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Генератор</a:t>
            </a:r>
            <a:r>
              <a:rPr lang="en-US" altLang="ru-RU"/>
              <a:t> </a:t>
            </a:r>
            <a:r>
              <a:rPr lang="en-US" altLang="en-US"/>
              <a:t>фишинг</a:t>
            </a:r>
            <a:r>
              <a:rPr lang="en-US" altLang="ru-RU"/>
              <a:t>-</a:t>
            </a:r>
            <a:r>
              <a:rPr lang="en-US" altLang="en-US"/>
              <a:t>атак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тестирования</a:t>
            </a:r>
            <a:r>
              <a:rPr lang="en-US" altLang="ru-RU"/>
              <a:t> </a:t>
            </a:r>
            <a:r>
              <a:rPr lang="en-US" altLang="en-US"/>
              <a:t>осведомленности</a:t>
            </a:r>
            <a:endParaRPr lang="en-US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Дукальский Владимир Олегович</a:t>
            </a:r>
            <a:endParaRPr lang="ru-RU"/>
          </a:p>
          <a:p>
            <a:endParaRPr lang="ru-RU"/>
          </a:p>
          <a:p>
            <a:r>
              <a:rPr lang="ru-RU"/>
              <a:t>ку, сегодня я покажу как запустить проект</a:t>
            </a:r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Этап 1. создание файлов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создаем файл </a:t>
            </a:r>
            <a:r>
              <a:rPr lang="en-US" altLang="en-US"/>
              <a:t>pyton </a:t>
            </a:r>
            <a:r>
              <a:rPr lang="en-US" altLang="ru-RU"/>
              <a:t>phishing_tester.py, </a:t>
            </a:r>
            <a:r>
              <a:rPr lang="ru-RU" altLang="ru-RU"/>
              <a:t>это изночальный файл каторый будет всю основнную работу.</a:t>
            </a:r>
            <a:endParaRPr lang="ru-RU" altLang="ru-RU"/>
          </a:p>
          <a:p>
            <a:endParaRPr lang="ru-RU" altLang="ru-RU"/>
          </a:p>
          <a:p>
            <a:r>
              <a:rPr lang="ru-RU" altLang="ru-RU"/>
              <a:t>создаем второй файл с именами сотрудников, почтой и должностью (опционально), и сохроняем виде </a:t>
            </a:r>
            <a:r>
              <a:rPr lang="en-US" altLang="ru-RU"/>
              <a:t>cvs</a:t>
            </a:r>
            <a:endParaRPr lang="en-US" altLang="ru-RU"/>
          </a:p>
          <a:p>
            <a:endParaRPr lang="en-US" altLang="ru-RU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4328795"/>
            <a:ext cx="390525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Этап 2. работа с </a:t>
            </a:r>
            <a:r>
              <a:rPr lang="en-US" altLang="en-US"/>
              <a:t>cli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ru-RU"/>
              <a:t>перед началом работы с проектом, нужно убедится правельно ли расположенны файлы, например: </a:t>
            </a:r>
            <a:r>
              <a:rPr lang="en-US" altLang="ru-RU"/>
              <a:t>C:\Users\</a:t>
            </a:r>
            <a:r>
              <a:rPr lang="ru-RU" altLang="ru-RU"/>
              <a:t>имя_юзера</a:t>
            </a:r>
            <a:r>
              <a:rPr lang="en-US" altLang="ru-RU"/>
              <a:t>\Documents\project\phishing_tester.py</a:t>
            </a:r>
            <a:endParaRPr lang="en-US" altLang="ru-RU"/>
          </a:p>
          <a:p>
            <a:r>
              <a:rPr lang="ru-RU" altLang="en-US"/>
              <a:t>нужно запомнить путь к файлу.</a:t>
            </a:r>
            <a:endParaRPr lang="ru-RU" altLang="en-US"/>
          </a:p>
          <a:p>
            <a:r>
              <a:rPr lang="ru-RU" altLang="en-US"/>
              <a:t>Второй файл должен быть расположен там же.</a:t>
            </a:r>
            <a:endParaRPr lang="en-US" altLang="ru-RU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1905" y="4247515"/>
            <a:ext cx="744855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ym typeface="+mn-ea"/>
              </a:rPr>
              <a:t>Этап 2. работа с </a:t>
            </a:r>
            <a:r>
              <a:rPr lang="en-US" altLang="en-US">
                <a:sym typeface="+mn-ea"/>
              </a:rPr>
              <a:t>cli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открываем </a:t>
            </a:r>
            <a:r>
              <a:rPr lang="en-US" altLang="en-US"/>
              <a:t>cmd </a:t>
            </a:r>
            <a:r>
              <a:rPr lang="ru-RU" altLang="en-US"/>
              <a:t>и переходим дальше в нужную нам папку </a:t>
            </a:r>
            <a:r>
              <a:rPr lang="en-US" altLang="en-US"/>
              <a:t>project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8460" y="2538095"/>
            <a:ext cx="3590925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/>
              <a:t>Этап 3. работа с проектом</a:t>
            </a:r>
            <a:endParaRPr lang="ru-RU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487805"/>
            <a:ext cx="10515600" cy="4351338"/>
          </a:xfrm>
        </p:spPr>
        <p:txBody>
          <a:bodyPr/>
          <a:p>
            <a:r>
              <a:rPr lang="ru-RU" altLang="en-US"/>
              <a:t>сперва можно с помощью команды --</a:t>
            </a:r>
            <a:r>
              <a:rPr lang="en-US" altLang="en-US"/>
              <a:t>help </a:t>
            </a:r>
            <a:r>
              <a:rPr lang="ru-RU" altLang="en-US"/>
              <a:t>вывести все доступные нам команды</a:t>
            </a:r>
            <a:endParaRPr lang="ru-RU" altLang="en-US"/>
          </a:p>
          <a:p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3565" y="2078355"/>
            <a:ext cx="5944870" cy="4373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ym typeface="+mn-ea"/>
              </a:rPr>
              <a:t>Этап 3. работа с проектом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тепер создаём новую компанию</a:t>
            </a:r>
            <a:endParaRPr lang="ru-RU" altLang="en-US"/>
          </a:p>
          <a:p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775" y="2671445"/>
            <a:ext cx="8934450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ym typeface="+mn-ea"/>
              </a:rPr>
              <a:t>Этап 3. работа с проектом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добавляем сотрудников в бд компании</a:t>
            </a:r>
            <a:endParaRPr lang="ru-RU" altLang="en-US"/>
          </a:p>
          <a:p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2757170"/>
            <a:ext cx="8953500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ym typeface="+mn-ea"/>
              </a:rPr>
              <a:t>Этап 3. работа с проектом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теперь генерируем фишинговые ссылки для наших сотрудников</a:t>
            </a:r>
            <a:endParaRPr lang="ru-RU" altLang="en-US"/>
          </a:p>
          <a:p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725" y="2652395"/>
            <a:ext cx="8972550" cy="1552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ym typeface="+mn-ea"/>
              </a:rPr>
              <a:t>Этап 3. работа с проектом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смотрим статус </a:t>
            </a:r>
            <a:r>
              <a:rPr lang="en-US" altLang="ru-RU"/>
              <a:t>[</a:t>
            </a:r>
            <a:r>
              <a:rPr lang="ru-RU" altLang="en-US"/>
              <a:t>ДО</a:t>
            </a:r>
            <a:r>
              <a:rPr lang="en-US" altLang="ru-RU"/>
              <a:t>]</a:t>
            </a:r>
            <a:r>
              <a:rPr lang="ru-RU" altLang="en-US"/>
              <a:t> </a:t>
            </a:r>
            <a:endParaRPr lang="ru-RU" altLang="en-US"/>
          </a:p>
          <a:p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660" y="2451735"/>
            <a:ext cx="9001125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ym typeface="+mn-ea"/>
              </a:rPr>
              <a:t>Этап 3. работа с проектом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теперь иметируем клики сотрудников по нашим ссылкам</a:t>
            </a:r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120" y="2315845"/>
            <a:ext cx="9001125" cy="135255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3668395"/>
            <a:ext cx="5415280" cy="28841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ym typeface="+mn-ea"/>
              </a:rPr>
              <a:t>Этап 3. работа с проектом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тагже можно отправить отчёт о фишинге</a:t>
            </a:r>
            <a:endParaRPr lang="ru-RU" altLang="en-US"/>
          </a:p>
          <a:p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645" y="2757170"/>
            <a:ext cx="8982075" cy="1343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ym typeface="+mn-ea"/>
              </a:rPr>
              <a:t>Этап 3. работа с проектом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смотрим статус</a:t>
            </a:r>
            <a:endParaRPr lang="ru-RU" altLang="en-US"/>
          </a:p>
          <a:p>
            <a:endParaRPr lang="ru-RU" altLang="en-US"/>
          </a:p>
          <a:p>
            <a:endParaRPr lang="ru-RU" altLang="en-US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970" y="2419985"/>
            <a:ext cx="9001125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ym typeface="+mn-ea"/>
              </a:rPr>
              <a:t>Этап 3. работа с проектом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Теперь эспартируем файл </a:t>
            </a:r>
            <a:endParaRPr lang="ru-RU" altLang="en-US"/>
          </a:p>
          <a:p>
            <a:endParaRPr lang="ru-RU" altLang="en-US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210" y="2304415"/>
            <a:ext cx="9077325" cy="131445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910" y="3618865"/>
            <a:ext cx="2447925" cy="2924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ym typeface="+mn-ea"/>
              </a:rPr>
              <a:t>Этап 3. работа с проектом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примерное колицество файлов </a:t>
            </a:r>
            <a:endParaRPr lang="ru-RU" altLang="en-US"/>
          </a:p>
          <a:p>
            <a:endParaRPr lang="ru-RU" altLang="en-US"/>
          </a:p>
          <a:p>
            <a:endParaRPr lang="ru-RU" altLang="en-US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00" y="2649220"/>
            <a:ext cx="5943600" cy="14001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на этом всё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WPS Presentation</Application>
  <PresentationFormat>宽屏</PresentationFormat>
  <Paragraphs>84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Comandor Krono</cp:lastModifiedBy>
  <cp:revision>5</cp:revision>
  <dcterms:created xsi:type="dcterms:W3CDTF">2025-07-23T00:59:00Z</dcterms:created>
  <dcterms:modified xsi:type="dcterms:W3CDTF">2025-12-25T08:37:27Z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FE54729D2D104A10AE08129D4E332A3C_11</vt:lpwstr>
  </property>
</Properties>
</file>